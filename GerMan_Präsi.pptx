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notes format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&lt;header&gt;</a:t>
            </a: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&lt;date/time&gt;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&lt;footer&gt;</a:t>
            </a: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 algn="r">
              <a:buNone/>
            </a:pPr>
            <a:fld id="{98BA475F-695B-494C-BE0D-9DA66A5AF787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‹Nr.›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Kurze Vorstellung: Was ist das Projekt? Warum eine Hardware-Datenbank?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C4C0C9-E42C-4E79-9A7C-F5EBCFECCF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 erklären was das Projekt macht und welche Technologien genutzt wurden.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D4F4F5-C281-4226-90C8-82BEEDB2CB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Zwei Tabellen: Standort und Gerät. FOREIGN KEY verbindet beide.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6BC5E5-DDFE-4BC0-B38F-92AB07E8C3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Validierung verhindert fehlerhafte Daten. Regex für IP und MAC kurz erklären.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31961F-0F85-425A-97EE-8746C500D1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Erkläre kurz match/case als Struktur hinter den 5 Optionen.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1257BA-1D1F-4AD2-8307-243F6DF8EA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Ruhig vorgehen, Schritte laut kommentieren. Vorher 2-3x üben!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B5503A-E681-4EBC-863C-7842543DB3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841851-690E-4F84-BA90-77FF8A8AD3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F1085C-DE86-4E88-A543-C0B69C2211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DAC31B-2C25-4158-8054-E37FE613EE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Kurzes Fazit. Ausblick zeigt Erweiterbarkeit. Fragen einladen.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2BB209-0413-4095-A467-1E64B6B82A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/>
          <p:cNvSpPr/>
          <p:nvPr/>
        </p:nvSpPr>
        <p:spPr>
          <a:xfrm>
            <a:off x="731520" y="1463040"/>
            <a:ext cx="768060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GerMan</a:t>
            </a:r>
            <a:endParaRPr lang="de-DE" sz="4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3" name="Text 1"/>
          <p:cNvSpPr/>
          <p:nvPr/>
        </p:nvSpPr>
        <p:spPr>
          <a:xfrm>
            <a:off x="731520" y="2743200"/>
            <a:ext cx="76806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Geräte Manger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mit Python &amp; SQLite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4" name="Text 2"/>
          <p:cNvSpPr/>
          <p:nvPr/>
        </p:nvSpPr>
        <p:spPr>
          <a:xfrm>
            <a:off x="731520" y="438912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Adrian – Eliano - Daniel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Projektübersicht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45720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8" name="Shape 3"/>
          <p:cNvSpPr/>
          <p:nvPr/>
        </p:nvSpPr>
        <p:spPr>
          <a:xfrm>
            <a:off x="45720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" name="Text 4"/>
          <p:cNvSpPr/>
          <p:nvPr/>
        </p:nvSpPr>
        <p:spPr>
          <a:xfrm>
            <a:off x="45720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Ziel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0" name="Text 5"/>
          <p:cNvSpPr/>
          <p:nvPr/>
        </p:nvSpPr>
        <p:spPr>
          <a:xfrm>
            <a:off x="59436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Zentrale Verwaltung von Hardware und Standorten in einer Lokalen Datenbank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1" name="Shape 6"/>
          <p:cNvSpPr/>
          <p:nvPr/>
        </p:nvSpPr>
        <p:spPr>
          <a:xfrm>
            <a:off x="329184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2" name="Shape 7"/>
          <p:cNvSpPr/>
          <p:nvPr/>
        </p:nvSpPr>
        <p:spPr>
          <a:xfrm>
            <a:off x="329184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3" name="Text 8"/>
          <p:cNvSpPr/>
          <p:nvPr/>
        </p:nvSpPr>
        <p:spPr>
          <a:xfrm>
            <a:off x="329184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Technologien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4" name="Text 9"/>
          <p:cNvSpPr/>
          <p:nvPr/>
        </p:nvSpPr>
        <p:spPr>
          <a:xfrm>
            <a:off x="342900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Python – SQLite - RegEx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5" name="Shape 10"/>
          <p:cNvSpPr/>
          <p:nvPr/>
        </p:nvSpPr>
        <p:spPr>
          <a:xfrm>
            <a:off x="612648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612648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612648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Funktionen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626364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Hinzufügen – Anzeigen – Suchen – Bearbeiten - Löschen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fik 28"/>
          <p:cNvPicPr/>
          <p:nvPr/>
        </p:nvPicPr>
        <p:blipFill>
          <a:blip r:embed="rId3"/>
          <a:stretch/>
        </p:blipFill>
        <p:spPr>
          <a:xfrm>
            <a:off x="180000" y="1260000"/>
            <a:ext cx="8820000" cy="325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Datenbankstruktur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4" name="Textfeld 33"/>
          <p:cNvSpPr txBox="1"/>
          <p:nvPr/>
        </p:nvSpPr>
        <p:spPr>
          <a:xfrm>
            <a:off x="5760000" y="2838600"/>
            <a:ext cx="360000" cy="401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de-DE" sz="1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1</a:t>
            </a:r>
          </a:p>
        </p:txBody>
      </p:sp>
      <p:sp>
        <p:nvSpPr>
          <p:cNvPr id="35" name="Textfeld 34"/>
          <p:cNvSpPr txBox="1"/>
          <p:nvPr/>
        </p:nvSpPr>
        <p:spPr>
          <a:xfrm>
            <a:off x="3060000" y="2838600"/>
            <a:ext cx="360000" cy="401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de-DE" sz="1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Eingabevalidierung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8" name="Shape 2"/>
          <p:cNvSpPr/>
          <p:nvPr/>
        </p:nvSpPr>
        <p:spPr>
          <a:xfrm>
            <a:off x="457200" y="114300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457200" y="114300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0" name="Text 4"/>
          <p:cNvSpPr/>
          <p:nvPr/>
        </p:nvSpPr>
        <p:spPr>
          <a:xfrm>
            <a:off x="457200" y="114300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pflichtfeld()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1" name="Text 5"/>
          <p:cNvSpPr/>
          <p:nvPr/>
        </p:nvSpPr>
        <p:spPr>
          <a:xfrm>
            <a:off x="2743200" y="114300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Schleife fragt solange bis die Eingabe nicht leer ist.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2" name="Shape 6"/>
          <p:cNvSpPr/>
          <p:nvPr/>
        </p:nvSpPr>
        <p:spPr>
          <a:xfrm>
            <a:off x="457200" y="176328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3" name="Shape 7"/>
          <p:cNvSpPr/>
          <p:nvPr/>
        </p:nvSpPr>
        <p:spPr>
          <a:xfrm>
            <a:off x="457200" y="176328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4" name="Text 8"/>
          <p:cNvSpPr/>
          <p:nvPr/>
        </p:nvSpPr>
        <p:spPr>
          <a:xfrm>
            <a:off x="457200" y="176328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ipEingabe()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5" name="Text 9"/>
          <p:cNvSpPr/>
          <p:nvPr/>
        </p:nvSpPr>
        <p:spPr>
          <a:xfrm>
            <a:off x="2743200" y="176328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Regex-Muster - jede Zahl muss im Ipv4 Format sein.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457200" y="2383920"/>
            <a:ext cx="8229240" cy="51876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7" name="Shape 11"/>
          <p:cNvSpPr/>
          <p:nvPr/>
        </p:nvSpPr>
        <p:spPr>
          <a:xfrm>
            <a:off x="457200" y="2383920"/>
            <a:ext cx="2102760" cy="51876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457200" y="2383920"/>
            <a:ext cx="210276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macEingabe()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9" name="Text 13"/>
          <p:cNvSpPr/>
          <p:nvPr/>
        </p:nvSpPr>
        <p:spPr>
          <a:xfrm>
            <a:off x="2743200" y="2383920"/>
            <a:ext cx="576036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Format AA:BB:CC:DD:EE:FF - nur “:” als Trennzeichen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0" name="Shape 14"/>
          <p:cNvSpPr/>
          <p:nvPr/>
        </p:nvSpPr>
        <p:spPr>
          <a:xfrm>
            <a:off x="457200" y="300456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" name="Shape 15"/>
          <p:cNvSpPr/>
          <p:nvPr/>
        </p:nvSpPr>
        <p:spPr>
          <a:xfrm>
            <a:off x="457200" y="300456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" name="Text 16"/>
          <p:cNvSpPr/>
          <p:nvPr/>
        </p:nvSpPr>
        <p:spPr>
          <a:xfrm>
            <a:off x="457200" y="300456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statusEingabe()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2743200" y="300456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Nur eine Auswahl möglich: Aktiv  /  Defekt  /  Ausgemustert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449640" y="362088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449640" y="362088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6" name="Text 22"/>
          <p:cNvSpPr/>
          <p:nvPr/>
        </p:nvSpPr>
        <p:spPr>
          <a:xfrm>
            <a:off x="449640" y="362088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setzeKategorie()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7" name="Text 23"/>
          <p:cNvSpPr/>
          <p:nvPr/>
        </p:nvSpPr>
        <p:spPr>
          <a:xfrm>
            <a:off x="2735640" y="362088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Gibt nur bestimmte Hardware Kategorien als Auswahlmöglichkeiten.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8" name="Textfeld 57"/>
          <p:cNvSpPr txBox="1"/>
          <p:nvPr/>
        </p:nvSpPr>
        <p:spPr>
          <a:xfrm>
            <a:off x="540000" y="4320000"/>
            <a:ext cx="8100000" cy="5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de-DE" sz="1200" b="0" u="none" strike="noStrike">
                <a:solidFill>
                  <a:srgbClr val="2C3E6B"/>
                </a:solidFill>
                <a:effectLst/>
                <a:uFillTx/>
                <a:latin typeface="Calibri"/>
              </a:rPr>
              <a:t>Diese Funktionen sind Modular und können deshalb einfach bearbeitet und bei bedarf erweitert werden.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Funktionen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1" name="Shape 2"/>
          <p:cNvSpPr/>
          <p:nvPr/>
        </p:nvSpPr>
        <p:spPr>
          <a:xfrm>
            <a:off x="41148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2" name="Shape 3"/>
          <p:cNvSpPr/>
          <p:nvPr/>
        </p:nvSpPr>
        <p:spPr>
          <a:xfrm>
            <a:off x="82296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3" name="Text 4"/>
          <p:cNvSpPr/>
          <p:nvPr/>
        </p:nvSpPr>
        <p:spPr>
          <a:xfrm>
            <a:off x="82296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4" name="Text 5"/>
          <p:cNvSpPr/>
          <p:nvPr/>
        </p:nvSpPr>
        <p:spPr>
          <a:xfrm>
            <a:off x="41148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Hinzufügen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5" name="Text 6"/>
          <p:cNvSpPr/>
          <p:nvPr/>
        </p:nvSpPr>
        <p:spPr>
          <a:xfrm>
            <a:off x="48456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Standort oder Gerät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Erstellen und als Datensatz hinzufügen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6" name="Shape 7"/>
          <p:cNvSpPr/>
          <p:nvPr/>
        </p:nvSpPr>
        <p:spPr>
          <a:xfrm>
            <a:off x="208476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7" name="Shape 8"/>
          <p:cNvSpPr/>
          <p:nvPr/>
        </p:nvSpPr>
        <p:spPr>
          <a:xfrm>
            <a:off x="249624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8" name="Text 9"/>
          <p:cNvSpPr/>
          <p:nvPr/>
        </p:nvSpPr>
        <p:spPr>
          <a:xfrm>
            <a:off x="249624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9" name="Text 10"/>
          <p:cNvSpPr/>
          <p:nvPr/>
        </p:nvSpPr>
        <p:spPr>
          <a:xfrm>
            <a:off x="208476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Anzeigen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0" name="Text 11"/>
          <p:cNvSpPr/>
          <p:nvPr/>
        </p:nvSpPr>
        <p:spPr>
          <a:xfrm>
            <a:off x="215784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Alle Einträge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tabellarisch ausgeben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1" name="Shape 12"/>
          <p:cNvSpPr/>
          <p:nvPr/>
        </p:nvSpPr>
        <p:spPr>
          <a:xfrm>
            <a:off x="375804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2" name="Shape 13"/>
          <p:cNvSpPr/>
          <p:nvPr/>
        </p:nvSpPr>
        <p:spPr>
          <a:xfrm>
            <a:off x="416952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3" name="Text 14"/>
          <p:cNvSpPr/>
          <p:nvPr/>
        </p:nvSpPr>
        <p:spPr>
          <a:xfrm>
            <a:off x="416952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4" name="Text 15"/>
          <p:cNvSpPr/>
          <p:nvPr/>
        </p:nvSpPr>
        <p:spPr>
          <a:xfrm>
            <a:off x="375804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Suchen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5" name="Text 16"/>
          <p:cNvSpPr/>
          <p:nvPr/>
        </p:nvSpPr>
        <p:spPr>
          <a:xfrm>
            <a:off x="383148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Exakte Suche nach ID,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Kürzel, Status, usw.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6" name="Shape 17"/>
          <p:cNvSpPr/>
          <p:nvPr/>
        </p:nvSpPr>
        <p:spPr>
          <a:xfrm>
            <a:off x="543168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7" name="Shape 18"/>
          <p:cNvSpPr/>
          <p:nvPr/>
        </p:nvSpPr>
        <p:spPr>
          <a:xfrm>
            <a:off x="584316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8" name="Text 19"/>
          <p:cNvSpPr/>
          <p:nvPr/>
        </p:nvSpPr>
        <p:spPr>
          <a:xfrm>
            <a:off x="584316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9" name="Text 20"/>
          <p:cNvSpPr/>
          <p:nvPr/>
        </p:nvSpPr>
        <p:spPr>
          <a:xfrm>
            <a:off x="543168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Bearbeiten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0" name="Text 21"/>
          <p:cNvSpPr/>
          <p:nvPr/>
        </p:nvSpPr>
        <p:spPr>
          <a:xfrm>
            <a:off x="550476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Felder einzeln ändern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1" name="Shape 22"/>
          <p:cNvSpPr/>
          <p:nvPr/>
        </p:nvSpPr>
        <p:spPr>
          <a:xfrm>
            <a:off x="710496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2" name="Shape 23"/>
          <p:cNvSpPr/>
          <p:nvPr/>
        </p:nvSpPr>
        <p:spPr>
          <a:xfrm>
            <a:off x="751644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3" name="Text 24"/>
          <p:cNvSpPr/>
          <p:nvPr/>
        </p:nvSpPr>
        <p:spPr>
          <a:xfrm>
            <a:off x="751644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4" name="Text 25"/>
          <p:cNvSpPr/>
          <p:nvPr/>
        </p:nvSpPr>
        <p:spPr>
          <a:xfrm>
            <a:off x="710496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Löschen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5" name="Text 26"/>
          <p:cNvSpPr/>
          <p:nvPr/>
        </p:nvSpPr>
        <p:spPr>
          <a:xfrm>
            <a:off x="717804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Eintrag mit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einer Bestätigung</a:t>
            </a:r>
            <a:br>
              <a:rPr sz="1100"/>
            </a:b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entfernen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731520" y="32004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Live-Demo</a:t>
            </a:r>
            <a:endParaRPr lang="de-DE" sz="3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7" name="Shape 1"/>
          <p:cNvSpPr/>
          <p:nvPr/>
        </p:nvSpPr>
        <p:spPr>
          <a:xfrm>
            <a:off x="731520" y="1005840"/>
            <a:ext cx="768096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8" name="Shape 2"/>
          <p:cNvSpPr/>
          <p:nvPr/>
        </p:nvSpPr>
        <p:spPr>
          <a:xfrm>
            <a:off x="731520" y="123444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9" name="Text 3"/>
          <p:cNvSpPr/>
          <p:nvPr/>
        </p:nvSpPr>
        <p:spPr>
          <a:xfrm>
            <a:off x="731520" y="1234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0" name="Text 4"/>
          <p:cNvSpPr/>
          <p:nvPr/>
        </p:nvSpPr>
        <p:spPr>
          <a:xfrm>
            <a:off x="1280160" y="118872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Gesamte Datenbank anzeigen lassen.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1" name="Shape 5"/>
          <p:cNvSpPr/>
          <p:nvPr/>
        </p:nvSpPr>
        <p:spPr>
          <a:xfrm>
            <a:off x="731520" y="185616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2" name="Text 6"/>
          <p:cNvSpPr/>
          <p:nvPr/>
        </p:nvSpPr>
        <p:spPr>
          <a:xfrm>
            <a:off x="731520" y="1856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3" name="Text 7"/>
          <p:cNvSpPr/>
          <p:nvPr/>
        </p:nvSpPr>
        <p:spPr>
          <a:xfrm>
            <a:off x="1280160" y="181044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Gerät hinzufügen, mit Valedirungs Tests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4" name="Shape 8"/>
          <p:cNvSpPr/>
          <p:nvPr/>
        </p:nvSpPr>
        <p:spPr>
          <a:xfrm>
            <a:off x="731520" y="247788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5" name="Text 9"/>
          <p:cNvSpPr/>
          <p:nvPr/>
        </p:nvSpPr>
        <p:spPr>
          <a:xfrm>
            <a:off x="731520" y="2477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6" name="Text 10"/>
          <p:cNvSpPr/>
          <p:nvPr/>
        </p:nvSpPr>
        <p:spPr>
          <a:xfrm>
            <a:off x="1280160" y="243216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Nach dem Gerät suchen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7" name="Shape 11"/>
          <p:cNvSpPr/>
          <p:nvPr/>
        </p:nvSpPr>
        <p:spPr>
          <a:xfrm>
            <a:off x="731520" y="309996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8" name="Text 12"/>
          <p:cNvSpPr/>
          <p:nvPr/>
        </p:nvSpPr>
        <p:spPr>
          <a:xfrm>
            <a:off x="731520" y="3099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9" name="Text 13"/>
          <p:cNvSpPr/>
          <p:nvPr/>
        </p:nvSpPr>
        <p:spPr>
          <a:xfrm>
            <a:off x="1280160" y="305424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Das Gerät bearbeiten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0" name="Shape 14"/>
          <p:cNvSpPr/>
          <p:nvPr/>
        </p:nvSpPr>
        <p:spPr>
          <a:xfrm>
            <a:off x="731520" y="372168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1" name="Text 15"/>
          <p:cNvSpPr/>
          <p:nvPr/>
        </p:nvSpPr>
        <p:spPr>
          <a:xfrm>
            <a:off x="731520" y="3721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2" name="Text 16"/>
          <p:cNvSpPr/>
          <p:nvPr/>
        </p:nvSpPr>
        <p:spPr>
          <a:xfrm>
            <a:off x="1280160" y="367596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Datensatz löschen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3" name="Shape 17"/>
          <p:cNvSpPr/>
          <p:nvPr/>
        </p:nvSpPr>
        <p:spPr>
          <a:xfrm>
            <a:off x="731520" y="434340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4" name="Text 18"/>
          <p:cNvSpPr/>
          <p:nvPr/>
        </p:nvSpPr>
        <p:spPr>
          <a:xfrm>
            <a:off x="731520" y="4343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5" name="Text 19"/>
          <p:cNvSpPr/>
          <p:nvPr/>
        </p:nvSpPr>
        <p:spPr>
          <a:xfrm>
            <a:off x="1280160" y="429768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(Das </a:t>
            </a:r>
            <a:r>
              <a:rPr lang="en-US" sz="1500" b="0" i="1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gleiche</a:t>
            </a:r>
            <a:r>
              <a:rPr lang="en-US" sz="1500" b="0" i="1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i="1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mit</a:t>
            </a:r>
            <a:r>
              <a:rPr lang="en-US" sz="1500" b="0" i="1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dem </a:t>
            </a:r>
            <a:r>
              <a:rPr lang="en-US" sz="1500" b="0" i="1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Standort</a:t>
            </a:r>
            <a:r>
              <a:rPr lang="en-US" sz="1500" b="0" i="1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de-DE" sz="1500" b="0" i="1" u="none" strike="noStrike" dirty="0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Einschränkungen &amp; Vorteile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7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8" name="Shape 2"/>
          <p:cNvSpPr/>
          <p:nvPr/>
        </p:nvSpPr>
        <p:spPr>
          <a:xfrm>
            <a:off x="457200" y="1188720"/>
            <a:ext cx="393156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457200" y="126180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Einschränkung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640080" y="178308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Nur </a:t>
            </a:r>
            <a:r>
              <a:rPr lang="en-US" sz="1300" dirty="0" err="1">
                <a:solidFill>
                  <a:srgbClr val="1A1A2E"/>
                </a:solidFill>
                <a:latin typeface="Calibri"/>
                <a:ea typeface="Calibri"/>
              </a:rPr>
              <a:t>e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xakte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Suche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, also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keine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Teilsuche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Standort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Änderungen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werden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nicht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direkt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auf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Geräte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übertragen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Keine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sortierte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Anzeige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Keine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Authentifizierung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z.B.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Benutzer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Accounts.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match/case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nur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ab Python 3.10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verfügbar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1" name="Shape 5"/>
          <p:cNvSpPr/>
          <p:nvPr/>
        </p:nvSpPr>
        <p:spPr>
          <a:xfrm>
            <a:off x="4754880" y="1188720"/>
            <a:ext cx="3931560" cy="3565800"/>
          </a:xfrm>
          <a:prstGeom prst="roundRect">
            <a:avLst>
              <a:gd name="adj" fmla="val 2564"/>
            </a:avLst>
          </a:prstGeom>
          <a:solidFill>
            <a:srgbClr val="2C3E6B"/>
          </a:solidFill>
          <a:ln w="12600">
            <a:solidFill>
              <a:srgbClr val="2C3E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2" name="Text 6"/>
          <p:cNvSpPr/>
          <p:nvPr/>
        </p:nvSpPr>
        <p:spPr>
          <a:xfrm>
            <a:off x="4754880" y="126180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Vorteile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3" name="Text 7"/>
          <p:cNvSpPr/>
          <p:nvPr/>
        </p:nvSpPr>
        <p:spPr>
          <a:xfrm>
            <a:off x="4937760" y="178308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Simpel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gehaltener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Code für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einfache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Wartung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Erweiterbar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weitere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Tabellen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und Attribute.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Modularität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Eingabe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validierungen</a:t>
            </a:r>
            <a:r>
              <a:rPr lang="en-US" sz="13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27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Zukunft &amp; Wartung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6" name="Shape 19"/>
          <p:cNvSpPr/>
          <p:nvPr/>
        </p:nvSpPr>
        <p:spPr>
          <a:xfrm>
            <a:off x="457200" y="1188720"/>
            <a:ext cx="566280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7" name="Text 29"/>
          <p:cNvSpPr/>
          <p:nvPr/>
        </p:nvSpPr>
        <p:spPr>
          <a:xfrm>
            <a:off x="640080" y="1783080"/>
            <a:ext cx="763992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Ergänzung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weitere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Tabellen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wie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z.B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Mitarbeiter 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Erweiterung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von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Attributen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Authentifizierungen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Benutzer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Accounts</a:t>
            </a: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dirty="0" err="1">
                <a:solidFill>
                  <a:srgbClr val="1A1A2E"/>
                </a:solidFill>
                <a:latin typeface="Calibri"/>
                <a:ea typeface="Calibri"/>
              </a:rPr>
              <a:t>Modularität</a:t>
            </a:r>
            <a:endParaRPr lang="en-US" sz="1300" b="0" u="none" strike="noStrike" dirty="0">
              <a:solidFill>
                <a:srgbClr val="1A1A2E"/>
              </a:solidFill>
              <a:effectLst/>
              <a:uFillTx/>
              <a:latin typeface="Calibri"/>
              <a:ea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28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Zukunft &amp; Wartung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0" name="Shape 21"/>
          <p:cNvSpPr/>
          <p:nvPr/>
        </p:nvSpPr>
        <p:spPr>
          <a:xfrm>
            <a:off x="457200" y="1188720"/>
            <a:ext cx="566280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1" name="Text 30"/>
          <p:cNvSpPr/>
          <p:nvPr/>
        </p:nvSpPr>
        <p:spPr>
          <a:xfrm>
            <a:off x="640080" y="1783080"/>
            <a:ext cx="763992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Ergänzung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weitere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Tabellen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wie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z.B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Mitarbeiter 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Erweiterung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von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Attributen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Authentifizierungen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durch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 dirty="0" err="1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Benutzer</a:t>
            </a:r>
            <a:r>
              <a:rPr lang="en-US" sz="1300" b="0" u="none" strike="noStrike" dirty="0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 Accounts</a:t>
            </a: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dirty="0" err="1">
                <a:solidFill>
                  <a:srgbClr val="1A1A2E"/>
                </a:solidFill>
                <a:latin typeface="Calibri"/>
                <a:ea typeface="Calibri"/>
              </a:rPr>
              <a:t>Modularität</a:t>
            </a:r>
            <a:endParaRPr lang="de-DE" sz="1300" b="0" u="none" strike="noStrike" dirty="0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</p:txBody>
      </p:sp>
      <p:pic>
        <p:nvPicPr>
          <p:cNvPr id="122" name="Grafik 121"/>
          <p:cNvPicPr/>
          <p:nvPr/>
        </p:nvPicPr>
        <p:blipFill>
          <a:blip r:embed="rId3"/>
          <a:srcRect l="21865" t="7555" r="8151"/>
          <a:stretch/>
        </p:blipFill>
        <p:spPr>
          <a:xfrm rot="5400000">
            <a:off x="5832000" y="1908000"/>
            <a:ext cx="3455640" cy="2160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731520" y="457200"/>
            <a:ext cx="768060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Fazit</a:t>
            </a:r>
            <a:endParaRPr lang="de-DE" sz="3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4" name="Shape 1"/>
          <p:cNvSpPr/>
          <p:nvPr/>
        </p:nvSpPr>
        <p:spPr>
          <a:xfrm>
            <a:off x="731520" y="1298160"/>
            <a:ext cx="768096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5" name="Text 2"/>
          <p:cNvSpPr/>
          <p:nvPr/>
        </p:nvSpPr>
        <p:spPr>
          <a:xfrm>
            <a:off x="731520" y="1463040"/>
            <a:ext cx="76806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GerMan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ist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eine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simple und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kompetente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Lösung</a:t>
            </a:r>
            <a:r>
              <a:rPr lang="en-US" sz="1600" b="0" u="none" strike="noStrike" dirty="0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 von 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Hardwareverwaltungs</a:t>
            </a:r>
            <a:r>
              <a:rPr lang="en-US" sz="1600" dirty="0" err="1">
                <a:solidFill>
                  <a:srgbClr val="E8EEF7"/>
                </a:solidFill>
                <a:latin typeface="Calibri"/>
                <a:ea typeface="Calibri"/>
              </a:rPr>
              <a:t>p</a:t>
            </a:r>
            <a:r>
              <a:rPr lang="en-US" sz="1600" b="0" u="none" strike="noStrike" dirty="0" err="1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roblemen</a:t>
            </a:r>
            <a:endParaRPr lang="de-DE" sz="1600" b="0" u="none" strike="noStrike" dirty="0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731520" y="287460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Adrian –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Eliano –</a:t>
            </a: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Daniel</a:t>
            </a:r>
            <a:endParaRPr lang="de-DE" sz="1400" b="0" u="none" strike="noStrike" dirty="0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731520" y="4389120"/>
            <a:ext cx="76806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4A90D9"/>
                </a:solidFill>
                <a:effectLst/>
                <a:uFillTx/>
                <a:latin typeface="Calibri"/>
                <a:ea typeface="Calibri"/>
              </a:rPr>
              <a:t>Danke für die Aufmerksamkeit!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446</Words>
  <Application>Microsoft Office PowerPoint</Application>
  <PresentationFormat>Bildschirmpräsentation (16:9)</PresentationFormat>
  <Paragraphs>105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7" baseType="lpstr">
      <vt:lpstr>Arial</vt:lpstr>
      <vt:lpstr>Calibri</vt:lpstr>
      <vt:lpstr>Noto Sans</vt:lpstr>
      <vt:lpstr>Noto Serif</vt:lpstr>
      <vt:lpstr>Symbol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 Datenbank</dc:title>
  <dc:subject>PptxGenJS Presentation</dc:subject>
  <dc:creator>PptxGenJS</dc:creator>
  <dc:description/>
  <cp:lastModifiedBy>Adrian Obergfell</cp:lastModifiedBy>
  <cp:revision>19</cp:revision>
  <dcterms:created xsi:type="dcterms:W3CDTF">2026-06-28T22:12:03Z</dcterms:created>
  <dcterms:modified xsi:type="dcterms:W3CDTF">2026-06-29T22:11:09Z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