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notes format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&lt;header&gt;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&lt;date/time&gt;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&lt;footer&gt;</a:t>
            </a: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fld id="{98BA475F-695B-494C-BE0D-9DA66A5AF78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 Vorstellung: Was ist das Projekt? Warum eine Hardware-Datenbank?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C4C0C9-E42C-4E79-9A7C-F5EBCFECCF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 erklären was das Projekt macht und welche Technologien genutzt wurden.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D4F4F5-C281-4226-90C8-82BEEDB2C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Zwei Tabellen: Standort und Gerät. FOREIGN KEY verbindet beide.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6BC5E5-DDFE-4BC0-B38F-92AB07E8C3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Validierung verhindert fehlerhafte Daten. Regex für IP und MAC kurz erklären.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31961F-0F85-425A-97EE-8746C500D1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Erkläre kurz match/case als Struktur hinter den 5 Optionen.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1257BA-1D1F-4AD2-8307-243F6DF8E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Ruhig vorgehen, Schritte laut kommentieren. Vorher 2-3x üben!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5503A-E681-4EBC-863C-7842543DB3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841851-690E-4F84-BA90-77FF8A8AD3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F1085C-DE86-4E88-A543-C0B69C2211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DAC31B-2C25-4158-8054-E37FE613EE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Kurzes Fazit. Ausblick zeigt Erweiterbarkeit. Fragen einladen.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2BB209-0413-4095-A467-1E64B6B82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731520" y="146304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</a:t>
            </a:r>
            <a:endParaRPr lang="de-DE" sz="4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27432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Geräte Manger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 Python &amp; SQLite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38912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Projektübersicht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45720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45720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Ziel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Zentrale Verwaltung von Hardware und Standorten in einer Lokalen Datenbank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29184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9184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29184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Technologien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42900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Python – SQLite - RegEx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612648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12648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12648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26364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Hinzufügen – Anzeigen – Suchen – Bearbeiten - 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/>
          <p:cNvPicPr/>
          <p:nvPr/>
        </p:nvPicPr>
        <p:blipFill>
          <a:blip r:embed="rId3"/>
          <a:stretch/>
        </p:blipFill>
        <p:spPr>
          <a:xfrm>
            <a:off x="180000" y="1260000"/>
            <a:ext cx="8820000" cy="325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Datenbankstruktur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57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</a:t>
            </a:r>
          </a:p>
        </p:txBody>
      </p:sp>
      <p:sp>
        <p:nvSpPr>
          <p:cNvPr id="35" name="Textfeld 34"/>
          <p:cNvSpPr txBox="1"/>
          <p:nvPr/>
        </p:nvSpPr>
        <p:spPr>
          <a:xfrm>
            <a:off x="30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Eingabevalidierung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457200" y="114300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457200" y="114300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0" name="Text 4"/>
          <p:cNvSpPr/>
          <p:nvPr/>
        </p:nvSpPr>
        <p:spPr>
          <a:xfrm>
            <a:off x="457200" y="114300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pflichtfeld()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" name="Text 5"/>
          <p:cNvSpPr/>
          <p:nvPr/>
        </p:nvSpPr>
        <p:spPr>
          <a:xfrm>
            <a:off x="2743200" y="114300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Schleife fragt solange bis die Eingabe nicht leer ist.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457200" y="17632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457200" y="17632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4" name="Text 8"/>
          <p:cNvSpPr/>
          <p:nvPr/>
        </p:nvSpPr>
        <p:spPr>
          <a:xfrm>
            <a:off x="457200" y="17632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ipEingabe()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2743200" y="17632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Regex-Muster - jede Zahl muss im Ipv4 Format sein.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457200" y="2383920"/>
            <a:ext cx="8229240" cy="51876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457200" y="2383920"/>
            <a:ext cx="2102760" cy="51876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57200" y="2383920"/>
            <a:ext cx="21027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macEingabe()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Text 13"/>
          <p:cNvSpPr/>
          <p:nvPr/>
        </p:nvSpPr>
        <p:spPr>
          <a:xfrm>
            <a:off x="2743200" y="2383920"/>
            <a:ext cx="57603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Format AA:BB:CC:DD:EE:FF - nur “:” als Trennzeichen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457200" y="300456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Shape 15"/>
          <p:cNvSpPr/>
          <p:nvPr/>
        </p:nvSpPr>
        <p:spPr>
          <a:xfrm>
            <a:off x="457200" y="300456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457200" y="300456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statusEingabe()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2743200" y="300456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eine Auswahl möglich: Aktiv  /  Defekt  /  Ausgemustert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449640" y="36208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449640" y="36208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49640" y="36208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setzeKategorie()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2735640" y="36208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Gibt nur bestimmte Hardware Kategorien als Auswahlmöglichkeiten.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Textfeld 57"/>
          <p:cNvSpPr txBox="1"/>
          <p:nvPr/>
        </p:nvSpPr>
        <p:spPr>
          <a:xfrm>
            <a:off x="540000" y="4320000"/>
            <a:ext cx="81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200" b="0" u="none" strike="noStrike">
                <a:solidFill>
                  <a:srgbClr val="2C3E6B"/>
                </a:solidFill>
                <a:effectLst/>
                <a:uFillTx/>
                <a:latin typeface="Calibri"/>
              </a:rPr>
              <a:t>Diese Funktionen sind Modular und können deshalb einfach bearbeitet und bei bedarf erweitert werden.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4114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8229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3" name="Text 4"/>
          <p:cNvSpPr/>
          <p:nvPr/>
        </p:nvSpPr>
        <p:spPr>
          <a:xfrm>
            <a:off x="8229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 5"/>
          <p:cNvSpPr/>
          <p:nvPr/>
        </p:nvSpPr>
        <p:spPr>
          <a:xfrm>
            <a:off x="4114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Hinzufügen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Text 6"/>
          <p:cNvSpPr/>
          <p:nvPr/>
        </p:nvSpPr>
        <p:spPr>
          <a:xfrm>
            <a:off x="4845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Standort oder Gerät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Erstellen und als Datensatz hinzufügen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20847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24962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8" name="Text 9"/>
          <p:cNvSpPr/>
          <p:nvPr/>
        </p:nvSpPr>
        <p:spPr>
          <a:xfrm>
            <a:off x="24962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20847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Anzeigen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21578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Alle Einträge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tabellarisch ausgeben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375804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16952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6952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375804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Suchen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383148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Exakte Suche nach ID,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Kürzel, Status, usw.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54316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58431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58431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54316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Bearbeiten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55047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Felder einzeln ändern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71049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75164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75164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71049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5" name="Text 26"/>
          <p:cNvSpPr/>
          <p:nvPr/>
        </p:nvSpPr>
        <p:spPr>
          <a:xfrm>
            <a:off x="71780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Eintrag mit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einer Bestätigung</a:t>
            </a:r>
            <a:br>
              <a:rPr sz="1100"/>
            </a:b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entfernen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731520" y="320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Live-Demo</a:t>
            </a:r>
            <a:endParaRPr lang="de-DE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Shape 1"/>
          <p:cNvSpPr/>
          <p:nvPr/>
        </p:nvSpPr>
        <p:spPr>
          <a:xfrm>
            <a:off x="731520" y="100584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731520" y="123444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 3"/>
          <p:cNvSpPr/>
          <p:nvPr/>
        </p:nvSpPr>
        <p:spPr>
          <a:xfrm>
            <a:off x="731520" y="123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 4"/>
          <p:cNvSpPr/>
          <p:nvPr/>
        </p:nvSpPr>
        <p:spPr>
          <a:xfrm>
            <a:off x="1280160" y="118872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Gesamte Datenbank anzeigen lassen.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731520" y="18561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 6"/>
          <p:cNvSpPr/>
          <p:nvPr/>
        </p:nvSpPr>
        <p:spPr>
          <a:xfrm>
            <a:off x="731520" y="1856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1280160" y="18104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 hinzufügen, mit Valedirungs Tests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731520" y="24778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 9"/>
          <p:cNvSpPr/>
          <p:nvPr/>
        </p:nvSpPr>
        <p:spPr>
          <a:xfrm>
            <a:off x="731520" y="247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1280160" y="24321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Nach dem Gerät suchen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731520" y="30999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73152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1280160" y="3054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Gerät bearbeiten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731520" y="37216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73152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1280160" y="36759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Datensatz löschen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Shape 17"/>
          <p:cNvSpPr/>
          <p:nvPr/>
        </p:nvSpPr>
        <p:spPr>
          <a:xfrm>
            <a:off x="731520" y="434340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731520" y="4343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1280160" y="429768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gleiche mit dem Standort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Einschränkungen &amp; Vorteile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45720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64008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Exakte Suche, also keine Teilsuche.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Standort änderungen werden nicht direkt auf Geräte übertragen.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sortierte Anzeige.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Authentifizierung z.B. durch Benutzer Accounts.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match/case nur ab Python 3.10 verfügbar.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475488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2C3E6B"/>
          </a:solidFill>
          <a:ln w="12600">
            <a:solidFill>
              <a:srgbClr val="2C3E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475488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Vorteile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493776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Simpel gehaltener Code für einfache Wartung.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Erweiterbar durch weitere Tabellen und Attribute.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Modularität.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Eingabe validierungen.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27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Text 29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en-US" sz="1300" b="0" u="none" strike="noStrike" dirty="0">
              <a:solidFill>
                <a:srgbClr val="1A1A2E"/>
              </a:solidFill>
              <a:effectLst/>
              <a:uFillTx/>
              <a:latin typeface="Calibri"/>
              <a:ea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28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</p:txBody>
      </p:sp>
      <p:pic>
        <p:nvPicPr>
          <p:cNvPr id="122" name="Grafik 121"/>
          <p:cNvPicPr/>
          <p:nvPr/>
        </p:nvPicPr>
        <p:blipFill>
          <a:blip r:embed="rId3"/>
          <a:srcRect l="21865" t="7555" r="8151"/>
          <a:stretch/>
        </p:blipFill>
        <p:spPr>
          <a:xfrm rot="5400000">
            <a:off x="5832000" y="1908000"/>
            <a:ext cx="3455640" cy="216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731520" y="457200"/>
            <a:ext cx="768060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Fazit</a:t>
            </a:r>
            <a:endParaRPr lang="de-DE" sz="3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731520" y="129816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731520" y="1463040"/>
            <a:ext cx="76806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GerMan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ist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simple und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kompetente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Lösung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Hardwareverwaltungs</a:t>
            </a:r>
            <a:r>
              <a:rPr lang="en-US" sz="1600" dirty="0" err="1">
                <a:solidFill>
                  <a:srgbClr val="E8EEF7"/>
                </a:solidFill>
                <a:latin typeface="Calibri"/>
                <a:ea typeface="Calibri"/>
              </a:rPr>
              <a:t>p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roblemen</a:t>
            </a:r>
            <a:endParaRPr lang="de-DE" sz="16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28746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Adrian –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Eliano –</a:t>
            </a: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Daniel</a:t>
            </a:r>
            <a:endParaRPr lang="de-DE" sz="14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731520" y="43891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Danke für die Aufmerksamkeit!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444</Words>
  <Application>Microsoft Office PowerPoint</Application>
  <PresentationFormat>Bildschirmpräsentation (16:9)</PresentationFormat>
  <Paragraphs>105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Arial</vt:lpstr>
      <vt:lpstr>Calibri</vt:lpstr>
      <vt:lpstr>Noto Sans</vt:lpstr>
      <vt:lpstr>Noto Serif</vt:lpstr>
      <vt:lpstr>Symbol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 Datenbank</dc:title>
  <dc:subject>PptxGenJS Presentation</dc:subject>
  <dc:creator>PptxGenJS</dc:creator>
  <dc:description/>
  <cp:lastModifiedBy>Adrian Obergfell</cp:lastModifiedBy>
  <cp:revision>17</cp:revision>
  <dcterms:created xsi:type="dcterms:W3CDTF">2026-06-28T22:12:03Z</dcterms:created>
  <dcterms:modified xsi:type="dcterms:W3CDTF">2026-06-29T21:28:33Z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