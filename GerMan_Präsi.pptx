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the notes format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&lt;header&gt;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&lt;date/time&gt;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&lt;footer&gt;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defRPr>
            </a:lvl1pPr>
          </a:lstStyle>
          <a:p>
            <a:pPr indent="0" algn="r">
              <a:buNone/>
            </a:pPr>
            <a:fld id="{98BA475F-695B-494C-BE0D-9DA66A5AF787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Noto Serif"/>
              </a:rPr>
              <a:t>&lt;number&gt;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 Vorstellung: Was ist das Projekt? Warum eine Hardware-Datenbank?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C4C0C9-E42C-4E79-9A7C-F5EBCFECCF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 erklären was das Projekt macht und welche Technologien genutzt wurden.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D4F4F5-C281-4226-90C8-82BEEDB2C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Zwei Tabellen: Standort und Gerät. FOREIGN KEY verbindet beide.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6BC5E5-DDFE-4BC0-B38F-92AB07E8C3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Validierung verhindert fehlerhafte Daten. Regex für IP und MAC kurz erklären.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31961F-0F85-425A-97EE-8746C500D1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Erkläre kurz match/case als Struktur hinter den 5 Optionen.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1257BA-1D1F-4AD2-8307-243F6DF8E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Ruhig vorgehen, Schritte laut kommentieren. Vorher 2-3x üben!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B5503A-E681-4EBC-863C-7842543DB3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841851-690E-4F84-BA90-77FF8A8AD3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F1085C-DE86-4E88-A543-C0B69C2211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Ehrlich berichten was schwierig war. Zeigt Reflexion.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DAC31B-2C25-4158-8054-E37FE613EE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Kurzes Fazit. Ausblick zeigt Erweiterbarkeit. Fragen einladen.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2BB209-0413-4095-A467-1E64B6B82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731520" y="1463040"/>
            <a:ext cx="7680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GerMan</a:t>
            </a:r>
            <a:endParaRPr lang="de-DE" sz="4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2743200"/>
            <a:ext cx="7680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Geräte Manger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mit Python &amp; SQLite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38912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Projektübersicht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45720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8" name="Shape 3"/>
          <p:cNvSpPr/>
          <p:nvPr/>
        </p:nvSpPr>
        <p:spPr>
          <a:xfrm>
            <a:off x="45720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Ziel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9436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Zentrale Verwaltung von Hardware und Standorten in einer Lokalen Datenbank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29184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29184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329184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Technologien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342900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Python – SQLite - RegEx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6126480" y="1188720"/>
            <a:ext cx="2605680" cy="35658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6126480" y="1188720"/>
            <a:ext cx="2605680" cy="502560"/>
          </a:xfrm>
          <a:prstGeom prst="roundRect">
            <a:avLst>
              <a:gd name="adj" fmla="val 18182"/>
            </a:avLst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6126480" y="1188720"/>
            <a:ext cx="2605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6263640" y="1828800"/>
            <a:ext cx="2331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Hinzufügen – Anzeigen – Suchen – Bearbeiten - 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"/>
          <p:cNvPicPr/>
          <p:nvPr/>
        </p:nvPicPr>
        <p:blipFill>
          <a:blip r:embed="rId1"/>
          <a:stretch/>
        </p:blipFill>
        <p:spPr>
          <a:xfrm>
            <a:off x="180000" y="1260000"/>
            <a:ext cx="8820000" cy="325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Datenbankstruktur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760000" y="3240000"/>
            <a:ext cx="180000" cy="40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240000" y="2880000"/>
            <a:ext cx="180000" cy="40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7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060000" y="2838600"/>
            <a:ext cx="360000" cy="40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Eingabevalidierung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457200" y="114300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457200" y="114300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0" name="Text 4"/>
          <p:cNvSpPr/>
          <p:nvPr/>
        </p:nvSpPr>
        <p:spPr>
          <a:xfrm>
            <a:off x="457200" y="114300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pflichtfeld()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1" name="Text 5"/>
          <p:cNvSpPr/>
          <p:nvPr/>
        </p:nvSpPr>
        <p:spPr>
          <a:xfrm>
            <a:off x="2743200" y="114300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Schleife fragt solange bis die Eingabe nicht leer ist.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457200" y="17632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457200" y="17632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4" name="Text 8"/>
          <p:cNvSpPr/>
          <p:nvPr/>
        </p:nvSpPr>
        <p:spPr>
          <a:xfrm>
            <a:off x="457200" y="17632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ipEingabe()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2743200" y="17632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Regex-Muster - jede Zahl muss im Ipv4 Format sein.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457200" y="2383920"/>
            <a:ext cx="8229240" cy="51876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457200" y="2383920"/>
            <a:ext cx="2102760" cy="51876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57200" y="2383920"/>
            <a:ext cx="21027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macEingabe()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49" name="Text 13"/>
          <p:cNvSpPr/>
          <p:nvPr/>
        </p:nvSpPr>
        <p:spPr>
          <a:xfrm>
            <a:off x="2743200" y="2383920"/>
            <a:ext cx="576036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Format AA:BB:CC:DD:EE:FF - nur “:” als Trennzeichen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457200" y="300456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1" name="Shape 15"/>
          <p:cNvSpPr/>
          <p:nvPr/>
        </p:nvSpPr>
        <p:spPr>
          <a:xfrm>
            <a:off x="457200" y="300456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457200" y="300456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statusEingabe()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2743200" y="300456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eine Auswahl möglich: Aktiv  /  Defekt  /  Ausgemustert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449640" y="3620880"/>
            <a:ext cx="8229240" cy="5191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449640" y="3620880"/>
            <a:ext cx="2102760" cy="519120"/>
          </a:xfrm>
          <a:prstGeom prst="roundRect">
            <a:avLst>
              <a:gd name="adj" fmla="val 9756"/>
            </a:avLst>
          </a:prstGeom>
          <a:solidFill>
            <a:srgbClr val="e8eef7"/>
          </a:solidFill>
          <a:ln w="12600">
            <a:solidFill>
              <a:srgbClr val="e8ee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49640" y="3620880"/>
            <a:ext cx="21027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setzeKategorie()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2735640" y="3620880"/>
            <a:ext cx="5760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Gibt nur bestimmte Hardware Kategorien als Auswahlmöglichkeiten.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40000" y="4320000"/>
            <a:ext cx="810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200" b="0" u="none" strike="noStrike">
                <a:solidFill>
                  <a:srgbClr val="2c3e6b"/>
                </a:solidFill>
                <a:effectLst/>
                <a:uFillTx/>
                <a:latin typeface="Calibri"/>
              </a:rPr>
              <a:t>Diese Funktionen sind Modular und können deshalb einfach bearbeitet und bei bedarf erweitert werden.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Funktionen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1" name="Shape 2"/>
          <p:cNvSpPr/>
          <p:nvPr/>
        </p:nvSpPr>
        <p:spPr>
          <a:xfrm>
            <a:off x="4114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8229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3" name="Text 4"/>
          <p:cNvSpPr/>
          <p:nvPr/>
        </p:nvSpPr>
        <p:spPr>
          <a:xfrm>
            <a:off x="8229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 5"/>
          <p:cNvSpPr/>
          <p:nvPr/>
        </p:nvSpPr>
        <p:spPr>
          <a:xfrm>
            <a:off x="4114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Hinzufügen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Text 6"/>
          <p:cNvSpPr/>
          <p:nvPr/>
        </p:nvSpPr>
        <p:spPr>
          <a:xfrm>
            <a:off x="4845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Standort oder Gerät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Erstellen und als Datensatz hinzufügen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6" name="Shape 7"/>
          <p:cNvSpPr/>
          <p:nvPr/>
        </p:nvSpPr>
        <p:spPr>
          <a:xfrm>
            <a:off x="20847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7" name="Shape 8"/>
          <p:cNvSpPr/>
          <p:nvPr/>
        </p:nvSpPr>
        <p:spPr>
          <a:xfrm>
            <a:off x="24962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8" name="Text 9"/>
          <p:cNvSpPr/>
          <p:nvPr/>
        </p:nvSpPr>
        <p:spPr>
          <a:xfrm>
            <a:off x="24962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69" name="Text 10"/>
          <p:cNvSpPr/>
          <p:nvPr/>
        </p:nvSpPr>
        <p:spPr>
          <a:xfrm>
            <a:off x="20847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Anzeigen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0" name="Text 11"/>
          <p:cNvSpPr/>
          <p:nvPr/>
        </p:nvSpPr>
        <p:spPr>
          <a:xfrm>
            <a:off x="21578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Alle Einträge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tabellarisch ausgeben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1" name="Shape 12"/>
          <p:cNvSpPr/>
          <p:nvPr/>
        </p:nvSpPr>
        <p:spPr>
          <a:xfrm>
            <a:off x="375804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2" name="Shape 13"/>
          <p:cNvSpPr/>
          <p:nvPr/>
        </p:nvSpPr>
        <p:spPr>
          <a:xfrm>
            <a:off x="416952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3" name="Text 14"/>
          <p:cNvSpPr/>
          <p:nvPr/>
        </p:nvSpPr>
        <p:spPr>
          <a:xfrm>
            <a:off x="416952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 15"/>
          <p:cNvSpPr/>
          <p:nvPr/>
        </p:nvSpPr>
        <p:spPr>
          <a:xfrm>
            <a:off x="375804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Suchen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5" name="Text 16"/>
          <p:cNvSpPr/>
          <p:nvPr/>
        </p:nvSpPr>
        <p:spPr>
          <a:xfrm>
            <a:off x="383148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Exakte Suche nach ID,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Kürzel, Status, usw.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543168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7" name="Shape 18"/>
          <p:cNvSpPr/>
          <p:nvPr/>
        </p:nvSpPr>
        <p:spPr>
          <a:xfrm>
            <a:off x="584316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78" name="Text 19"/>
          <p:cNvSpPr/>
          <p:nvPr/>
        </p:nvSpPr>
        <p:spPr>
          <a:xfrm>
            <a:off x="584316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79" name="Text 20"/>
          <p:cNvSpPr/>
          <p:nvPr/>
        </p:nvSpPr>
        <p:spPr>
          <a:xfrm>
            <a:off x="543168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Bearbeiten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 21"/>
          <p:cNvSpPr/>
          <p:nvPr/>
        </p:nvSpPr>
        <p:spPr>
          <a:xfrm>
            <a:off x="550476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Felder einzeln ändern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1" name="Shape 22"/>
          <p:cNvSpPr/>
          <p:nvPr/>
        </p:nvSpPr>
        <p:spPr>
          <a:xfrm>
            <a:off x="7104960" y="1188720"/>
            <a:ext cx="1508400" cy="35658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2" name="Shape 23"/>
          <p:cNvSpPr/>
          <p:nvPr/>
        </p:nvSpPr>
        <p:spPr>
          <a:xfrm>
            <a:off x="7516440" y="1371600"/>
            <a:ext cx="685440" cy="68544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 24"/>
          <p:cNvSpPr/>
          <p:nvPr/>
        </p:nvSpPr>
        <p:spPr>
          <a:xfrm>
            <a:off x="7516440" y="13716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4" name="Text 25"/>
          <p:cNvSpPr/>
          <p:nvPr/>
        </p:nvSpPr>
        <p:spPr>
          <a:xfrm>
            <a:off x="7104960" y="22402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Löschen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85" name="Text 26"/>
          <p:cNvSpPr/>
          <p:nvPr/>
        </p:nvSpPr>
        <p:spPr>
          <a:xfrm>
            <a:off x="7178040" y="2743200"/>
            <a:ext cx="1371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Eintrag mit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einer Bestätigung</a:t>
            </a:r>
            <a:br>
              <a:rPr sz="1100"/>
            </a:b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Calibri"/>
                <a:ea typeface="Calibri"/>
              </a:rPr>
              <a:t>entfernen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731520" y="320040"/>
            <a:ext cx="7680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Live-Demo</a:t>
            </a:r>
            <a:endParaRPr lang="de-DE" sz="3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7" name="Shape 1"/>
          <p:cNvSpPr/>
          <p:nvPr/>
        </p:nvSpPr>
        <p:spPr>
          <a:xfrm>
            <a:off x="731520" y="100584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731520" y="123444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 3"/>
          <p:cNvSpPr/>
          <p:nvPr/>
        </p:nvSpPr>
        <p:spPr>
          <a:xfrm>
            <a:off x="731520" y="123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 4"/>
          <p:cNvSpPr/>
          <p:nvPr/>
        </p:nvSpPr>
        <p:spPr>
          <a:xfrm>
            <a:off x="1280160" y="118872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Gesamte Datenbank anzeigen lassen.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731520" y="18561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 6"/>
          <p:cNvSpPr/>
          <p:nvPr/>
        </p:nvSpPr>
        <p:spPr>
          <a:xfrm>
            <a:off x="731520" y="1856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1280160" y="18104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Gerät hinzufügen, mit Valedirungs Tests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731520" y="24778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 9"/>
          <p:cNvSpPr/>
          <p:nvPr/>
        </p:nvSpPr>
        <p:spPr>
          <a:xfrm>
            <a:off x="731520" y="247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1280160" y="24321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Nach dem Gerät suchen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731520" y="309996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731520" y="3099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1280160" y="3054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Gerät bearbeiten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731520" y="372168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731520" y="3721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1280160" y="367596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Datensatz löschen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Shape 17"/>
          <p:cNvSpPr/>
          <p:nvPr/>
        </p:nvSpPr>
        <p:spPr>
          <a:xfrm>
            <a:off x="731520" y="4343400"/>
            <a:ext cx="383760" cy="383760"/>
          </a:xfrm>
          <a:prstGeom prst="ellipse">
            <a:avLst/>
          </a:prstGeom>
          <a:solidFill>
            <a:srgbClr val="4a90d9"/>
          </a:solidFill>
          <a:ln w="126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731520" y="4343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de-DE" sz="1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1280160" y="429768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Das gleiche mit dem Standort</a:t>
            </a:r>
            <a:endParaRPr lang="de-DE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Einschränkungen &amp; Vorteile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Shape 1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45720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45720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Einschränkung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64008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Nur Exakte Suche, also keine Teilsuche.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Standort änderungen werden nicht direkt auf Geräte übertragen.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sortierte Anzeige.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Keine Authentifizierung z.B. durch Benutzer Accounts.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match/case nur ab Python 3.10 verfügbar.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4754880" y="1188720"/>
            <a:ext cx="3931560" cy="3565800"/>
          </a:xfrm>
          <a:prstGeom prst="roundRect">
            <a:avLst>
              <a:gd name="adj" fmla="val 2564"/>
            </a:avLst>
          </a:prstGeom>
          <a:solidFill>
            <a:srgbClr val="2c3e6b"/>
          </a:solidFill>
          <a:ln w="1260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4754880" y="12618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Vorteile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4937760" y="1783080"/>
            <a:ext cx="35658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Simpel gehaltener Code für einfache Wartung.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Erweiterbar durch weitere Tabellen und Attribute.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Modularität.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8eef7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Eingabe validierungen.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27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7" name="Text 29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 durch weitere Tabellen, wie z.B Mitarbeiter 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 von Attributen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 durch Benutzer Accounts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28"/>
          <p:cNvSpPr/>
          <p:nvPr/>
        </p:nvSpPr>
        <p:spPr>
          <a:xfrm>
            <a:off x="548640" y="320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c3e6b"/>
                </a:solidFill>
                <a:effectLst/>
                <a:uFillTx/>
                <a:latin typeface="Calibri"/>
                <a:ea typeface="Calibri"/>
              </a:rPr>
              <a:t>Zukunft &amp; Wartung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548640" y="1005840"/>
            <a:ext cx="804672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Shape 21"/>
          <p:cNvSpPr/>
          <p:nvPr/>
        </p:nvSpPr>
        <p:spPr>
          <a:xfrm>
            <a:off x="457200" y="1188720"/>
            <a:ext cx="5662800" cy="3565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600">
            <a:solidFill>
              <a:srgbClr val="dadc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" y="1783080"/>
            <a:ext cx="76399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Ergänzung durch weitere Tabellen, wie z.B Mitarbeiter 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Erweiterung von Attributen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  <a:p>
            <a:pPr marL="343080" indent="-343080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1a1a2e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1a2e"/>
                </a:solidFill>
                <a:effectLst/>
                <a:uFillTx/>
                <a:latin typeface="Calibri"/>
                <a:ea typeface="Calibri"/>
              </a:rPr>
              <a:t>Authentifizierungen durch Benutzer Accounts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Noto Sans"/>
              <a:ea typeface="Noto Sans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rcRect l="21865" t="7555" r="8151" b="0"/>
          <a:stretch/>
        </p:blipFill>
        <p:spPr>
          <a:xfrm rot="5400000">
            <a:off x="5832000" y="1908000"/>
            <a:ext cx="3455640" cy="216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c3e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731520" y="457200"/>
            <a:ext cx="7680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Fazit</a:t>
            </a:r>
            <a:endParaRPr lang="de-DE" sz="3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731520" y="1298160"/>
            <a:ext cx="7680960" cy="360"/>
          </a:xfrm>
          <a:prstGeom prst="line">
            <a:avLst/>
          </a:prstGeom>
          <a:ln w="2556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731520" y="1463040"/>
            <a:ext cx="76806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GerMan ist eine simple und kompetente Lösung von Hardware Verwaltungs Problemen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28746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Adrian – Eliano - Daniel</a:t>
            </a:r>
            <a:endParaRPr lang="de-DE" sz="14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731520" y="438912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Danke für die Aufmerksamkeit!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Application>LibreOffice/25.8.7.3$Linux_X86_64 LibreOffice_project/580$Build-3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2026-06-28T22:12:03Z</dcterms:created>
  <dc:creator>PptxGenJS</dc:creator>
  <dc:description/>
  <dc:language>de-DE</dc:language>
  <cp:lastModifiedBy/>
  <dcterms:modified xsi:type="dcterms:W3CDTF">2026-06-29T23:04:08Z</dcterms:modified>
  <cp:revision>15</cp:revision>
  <dc:subject>PptxGenJS Presentation</dc:subject>
  <dc:title>Hardware Datenbank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